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C7F8-D117-8328-EB60-0DA02C9FA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E9A72-01C7-9F85-FB49-34653FC39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2158F-E1E3-8064-5AED-2C19DAE9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4B8C1-0ADD-F649-2284-9A575DDE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D18C3-9BC8-B868-155D-B5C11079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913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2BC9-8A75-2272-279E-EE772898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EE2E-70DD-5F6B-91E8-723F644C4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ADB1-DF04-CBB9-B778-7580CDE4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E9BB9-0758-5513-07DB-6C2BB257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A8248-A1EA-F5CC-6D95-E13EB8BD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1008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5B30-87C8-CDE9-626E-7C5D54A8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3F759-A420-3B57-17AB-00F9FAD23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91FAC-21F8-3DC7-2F2E-1655B91F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BB60-5963-326C-6AAD-CADDFD8F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E9978-A31C-4DF6-C23B-87D618CC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0110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28E8-18F0-E388-3455-79CA8DDC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2939D-7F35-7268-6951-160790A56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01BBB-13C9-FEC4-FE40-B1BC299AE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0E989-A6C9-D299-F82E-3DD56732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26FB2-651C-6CBF-4C26-7E6B8247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2281F-9812-BD23-33C7-AC81FF22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3693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1EB0-3E5F-F9EA-D163-382CE782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F3F21-305D-FE89-5F30-EFDAFF441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9B50D-63BC-1495-8F23-61C981FD0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3DE5B-8A2D-AD82-02E6-68F062354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33DDE-86AF-77C3-62BA-54EE66417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8B895-93B2-6EB4-AAAB-C8627EED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092E7-9128-02F3-0F63-C1A53DFD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7C506-1947-D455-904B-56B80126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7755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A036-2DE8-DE02-FCAB-F690B63E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61493-20C1-833F-3F12-F16A56332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18247-D27B-8156-19F4-C710AF56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78F94-362E-19A8-DD06-F1CD7B07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830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577C2-8863-6B56-F7FC-9835A1CC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95071-FBAD-15B8-B8BC-09CF1991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ECB68-B08D-E00C-CB37-03BFCDEC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985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5BBE-904C-DD65-83D9-05DDBE94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1F243-52FF-75CB-41ED-EAAE6FD0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84758-599C-7768-5125-D95BE4438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AD416-B2D8-8F0E-CA7E-28710972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3AD71-D2B1-DC17-7F35-8EFDE495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B7184-1263-241B-12F2-ED59B7A1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4621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4A8C-F76D-4339-4511-5CC3A8AE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EC285-09C6-27F6-C658-9AA911153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83689-FE1C-5A29-2E23-2A378D885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6CD30-BB4F-7370-F829-C49D325C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6060E-404B-40B4-32CF-95F1128C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50FCA-FA63-C633-A3A5-FAC86DC2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2296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346B-EB5D-170E-14E7-FE23E237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F2004-F582-706D-0D2D-787910335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06025-3E71-D5B9-1A9C-E8724282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01373-63F4-50AB-0A50-B9D9F6A1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3D23E-9F36-421C-93F0-140D6C8E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479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7CB67-950C-0476-6FED-E0ACCA7A7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0B045-F160-36C4-50C4-68508274F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DDDEB-DEC0-7DBC-9961-C765D26F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85792-5DCF-ADC0-1B0F-78B678C8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C807F-0AE8-2082-2229-9AE15E7E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133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0994D-95E9-DCE3-0EB7-9C25A8B3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7A294-B675-8756-B9CE-B7DEBF41E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6DAA-AC86-2131-823D-C2F38D04D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05153-24B2-470A-9976-DF6CBFBA4995}" type="datetimeFigureOut">
              <a:rPr lang="bg-BG" smtClean="0"/>
              <a:t>11.11.2025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17887-5299-790F-2076-28D014949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8BD95-3484-84D7-8B4D-F8295192C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BCA84-E18A-407A-968F-CDD41B3E3E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0685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180C31F-F2CA-E788-3FBA-14105AE6B303}"/>
              </a:ext>
            </a:extLst>
          </p:cNvPr>
          <p:cNvGrpSpPr/>
          <p:nvPr/>
        </p:nvGrpSpPr>
        <p:grpSpPr>
          <a:xfrm>
            <a:off x="1452608" y="1014983"/>
            <a:ext cx="2430543" cy="1830325"/>
            <a:chOff x="189829" y="473965"/>
            <a:chExt cx="4141379" cy="287426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65A833A-3DC6-CD38-7C53-1635309634A0}"/>
                </a:ext>
              </a:extLst>
            </p:cNvPr>
            <p:cNvCxnSpPr/>
            <p:nvPr/>
          </p:nvCxnSpPr>
          <p:spPr>
            <a:xfrm>
              <a:off x="1597533" y="2156461"/>
              <a:ext cx="27336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BAC9015-8F00-2EDB-D2AC-FAD4C4BD8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7533" y="473965"/>
              <a:ext cx="0" cy="16824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2A727E3-3125-0A65-E943-377DCB79BD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712" y="2156461"/>
              <a:ext cx="1234821" cy="11917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BDDB118-ED93-51E6-1B1E-4C2B1322D62F}"/>
                </a:ext>
              </a:extLst>
            </p:cNvPr>
            <p:cNvSpPr txBox="1"/>
            <p:nvPr/>
          </p:nvSpPr>
          <p:spPr>
            <a:xfrm>
              <a:off x="1562127" y="1693051"/>
              <a:ext cx="352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</a:t>
              </a:r>
              <a:endParaRPr lang="bg-B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D1E2E2-BE7E-A0E1-640D-5146D4AD45E0}"/>
                </a:ext>
              </a:extLst>
            </p:cNvPr>
            <p:cNvSpPr txBox="1"/>
            <p:nvPr/>
          </p:nvSpPr>
          <p:spPr>
            <a:xfrm>
              <a:off x="3990662" y="1629176"/>
              <a:ext cx="316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  <a:endParaRPr lang="bg-B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29FA3A-66E7-831F-1457-D06B6F07BA1B}"/>
                </a:ext>
              </a:extLst>
            </p:cNvPr>
            <p:cNvSpPr txBox="1"/>
            <p:nvPr/>
          </p:nvSpPr>
          <p:spPr>
            <a:xfrm>
              <a:off x="189829" y="2705220"/>
              <a:ext cx="32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  <a:endParaRPr lang="bg-BG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A9B504-18E9-049F-48E3-EEC0C21BDBAD}"/>
                </a:ext>
              </a:extLst>
            </p:cNvPr>
            <p:cNvSpPr txBox="1"/>
            <p:nvPr/>
          </p:nvSpPr>
          <p:spPr>
            <a:xfrm>
              <a:off x="1837944" y="553213"/>
              <a:ext cx="352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  <a:endParaRPr lang="bg-BG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41A910-329B-E83A-C14A-A382FF6313FB}"/>
              </a:ext>
            </a:extLst>
          </p:cNvPr>
          <p:cNvGrpSpPr/>
          <p:nvPr/>
        </p:nvGrpSpPr>
        <p:grpSpPr>
          <a:xfrm>
            <a:off x="3468624" y="1341330"/>
            <a:ext cx="4139184" cy="2941110"/>
            <a:chOff x="192024" y="407119"/>
            <a:chExt cx="4139184" cy="294111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3EEB6F9-BFFA-3FC0-E0F2-40FD7A1FA9F2}"/>
                </a:ext>
              </a:extLst>
            </p:cNvPr>
            <p:cNvCxnSpPr/>
            <p:nvPr/>
          </p:nvCxnSpPr>
          <p:spPr>
            <a:xfrm>
              <a:off x="1597533" y="2156461"/>
              <a:ext cx="27336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56E566D-2BDC-6E77-5B37-8F5ADC0D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7533" y="473965"/>
              <a:ext cx="0" cy="16824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97A5758-8A26-D1F0-1B07-46D16D9CE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712" y="2156461"/>
              <a:ext cx="1234821" cy="11917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72B0FA-9E60-79E1-A068-ED7188F77515}"/>
                </a:ext>
              </a:extLst>
            </p:cNvPr>
            <p:cNvSpPr txBox="1"/>
            <p:nvPr/>
          </p:nvSpPr>
          <p:spPr>
            <a:xfrm>
              <a:off x="1230126" y="191109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</a:t>
              </a:r>
              <a:endParaRPr lang="bg-B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CF8E18-6168-CBE1-428F-88DB019D16E4}"/>
                </a:ext>
              </a:extLst>
            </p:cNvPr>
            <p:cNvSpPr txBox="1"/>
            <p:nvPr/>
          </p:nvSpPr>
          <p:spPr>
            <a:xfrm>
              <a:off x="4014216" y="1787130"/>
              <a:ext cx="316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ξ</a:t>
              </a:r>
              <a:endParaRPr lang="bg-BG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8A329C-9A74-FDE7-4441-57D56767ACE0}"/>
                </a:ext>
              </a:extLst>
            </p:cNvPr>
            <p:cNvSpPr txBox="1"/>
            <p:nvPr/>
          </p:nvSpPr>
          <p:spPr>
            <a:xfrm>
              <a:off x="192024" y="2793493"/>
              <a:ext cx="32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η</a:t>
              </a:r>
              <a:endParaRPr lang="bg-BG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160C76-F283-2502-D011-746EB1865AD3}"/>
                </a:ext>
              </a:extLst>
            </p:cNvPr>
            <p:cNvSpPr txBox="1"/>
            <p:nvPr/>
          </p:nvSpPr>
          <p:spPr>
            <a:xfrm>
              <a:off x="1244552" y="407119"/>
              <a:ext cx="352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ζ</a:t>
              </a:r>
              <a:endParaRPr lang="bg-BG" dirty="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B48811-B6FE-1BB7-2F5A-367A530713CF}"/>
              </a:ext>
            </a:extLst>
          </p:cNvPr>
          <p:cNvCxnSpPr>
            <a:cxnSpLocks/>
          </p:cNvCxnSpPr>
          <p:nvPr/>
        </p:nvCxnSpPr>
        <p:spPr>
          <a:xfrm flipV="1">
            <a:off x="4874134" y="2249424"/>
            <a:ext cx="593391" cy="844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2E75DC1-9430-C33F-4349-393A596F5895}"/>
              </a:ext>
            </a:extLst>
          </p:cNvPr>
          <p:cNvSpPr txBox="1"/>
          <p:nvPr/>
        </p:nvSpPr>
        <p:spPr>
          <a:xfrm>
            <a:off x="6489192" y="2721341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r>
              <a:rPr lang="en-US" sz="1100" dirty="0"/>
              <a:t>(ξ,0,0)</a:t>
            </a:r>
            <a:endParaRPr lang="bg-BG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F4A2EB-5548-5901-BB80-E00D7983BABF}"/>
              </a:ext>
            </a:extLst>
          </p:cNvPr>
          <p:cNvSpPr txBox="1"/>
          <p:nvPr/>
        </p:nvSpPr>
        <p:spPr>
          <a:xfrm rot="19110663">
            <a:off x="3570985" y="3102018"/>
            <a:ext cx="16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sz="1100" dirty="0"/>
              <a:t>(0,</a:t>
            </a:r>
            <a:r>
              <a:rPr lang="el-GR" sz="1100" dirty="0"/>
              <a:t> η</a:t>
            </a:r>
            <a:r>
              <a:rPr lang="en-US" sz="1100" dirty="0"/>
              <a:t>,0)</a:t>
            </a:r>
            <a:endParaRPr lang="bg-BG" sz="11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344C1A-1A41-0385-1E7A-4063600412F6}"/>
              </a:ext>
            </a:extLst>
          </p:cNvPr>
          <p:cNvSpPr/>
          <p:nvPr/>
        </p:nvSpPr>
        <p:spPr>
          <a:xfrm>
            <a:off x="6469088" y="3067812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AD414CA-8675-BE4E-A2D9-685FE7296001}"/>
              </a:ext>
            </a:extLst>
          </p:cNvPr>
          <p:cNvSpPr/>
          <p:nvPr/>
        </p:nvSpPr>
        <p:spPr>
          <a:xfrm>
            <a:off x="4088600" y="3810521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CF1724-5989-DAED-AB4F-B5835359A2A9}"/>
              </a:ext>
            </a:extLst>
          </p:cNvPr>
          <p:cNvCxnSpPr>
            <a:cxnSpLocks/>
          </p:cNvCxnSpPr>
          <p:nvPr/>
        </p:nvCxnSpPr>
        <p:spPr>
          <a:xfrm flipV="1">
            <a:off x="6483127" y="1868214"/>
            <a:ext cx="221272" cy="1230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C013412-DA2F-D93C-EA70-29ECFC6D8332}"/>
              </a:ext>
            </a:extLst>
          </p:cNvPr>
          <p:cNvSpPr/>
          <p:nvPr/>
        </p:nvSpPr>
        <p:spPr>
          <a:xfrm>
            <a:off x="5435845" y="2251471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CA3D6D-BF55-1A72-BAFA-7C87ABEC10A8}"/>
              </a:ext>
            </a:extLst>
          </p:cNvPr>
          <p:cNvSpPr/>
          <p:nvPr/>
        </p:nvSpPr>
        <p:spPr>
          <a:xfrm>
            <a:off x="6672719" y="1865691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0609F9-78BC-A8BF-7A7C-2D62AED549D2}"/>
              </a:ext>
            </a:extLst>
          </p:cNvPr>
          <p:cNvCxnSpPr>
            <a:cxnSpLocks/>
            <a:endCxn id="37" idx="6"/>
          </p:cNvCxnSpPr>
          <p:nvPr/>
        </p:nvCxnSpPr>
        <p:spPr>
          <a:xfrm flipV="1">
            <a:off x="5458704" y="1888551"/>
            <a:ext cx="1259734" cy="3809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A3A3990-F54B-806E-970F-0906FF55ED51}"/>
              </a:ext>
            </a:extLst>
          </p:cNvPr>
          <p:cNvSpPr txBox="1"/>
          <p:nvPr/>
        </p:nvSpPr>
        <p:spPr>
          <a:xfrm>
            <a:off x="5153373" y="1806737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M′</a:t>
            </a:r>
            <a:endParaRPr lang="bg-BG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C9D1BD-E6D0-F5A0-C3C5-17C966D90207}"/>
              </a:ext>
            </a:extLst>
          </p:cNvPr>
          <p:cNvSpPr txBox="1"/>
          <p:nvPr/>
        </p:nvSpPr>
        <p:spPr>
          <a:xfrm>
            <a:off x="6680601" y="1519220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N′</a:t>
            </a:r>
            <a:endParaRPr lang="bg-B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83B4B18-73BE-8685-E4F3-50B316F2588D}"/>
              </a:ext>
            </a:extLst>
          </p:cNvPr>
          <p:cNvCxnSpPr>
            <a:cxnSpLocks/>
          </p:cNvCxnSpPr>
          <p:nvPr/>
        </p:nvCxnSpPr>
        <p:spPr>
          <a:xfrm flipV="1">
            <a:off x="5391648" y="2269596"/>
            <a:ext cx="60565" cy="1563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D2B359-12DE-D2D2-2463-FB419C24D304}"/>
              </a:ext>
            </a:extLst>
          </p:cNvPr>
          <p:cNvCxnSpPr>
            <a:cxnSpLocks/>
          </p:cNvCxnSpPr>
          <p:nvPr/>
        </p:nvCxnSpPr>
        <p:spPr>
          <a:xfrm flipV="1">
            <a:off x="6672718" y="1908889"/>
            <a:ext cx="38172" cy="2306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ACDA274-18E5-26AA-C89B-2C8B289C8916}"/>
              </a:ext>
            </a:extLst>
          </p:cNvPr>
          <p:cNvCxnSpPr>
            <a:cxnSpLocks/>
          </p:cNvCxnSpPr>
          <p:nvPr/>
        </p:nvCxnSpPr>
        <p:spPr>
          <a:xfrm>
            <a:off x="5379135" y="3833380"/>
            <a:ext cx="1293582" cy="38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BF32BC-4063-64FD-EFF5-8EFD8B7E74A3}"/>
              </a:ext>
            </a:extLst>
          </p:cNvPr>
          <p:cNvCxnSpPr>
            <a:cxnSpLocks/>
          </p:cNvCxnSpPr>
          <p:nvPr/>
        </p:nvCxnSpPr>
        <p:spPr>
          <a:xfrm>
            <a:off x="5376599" y="3838995"/>
            <a:ext cx="1568183" cy="76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0E69A3D-79E5-A11F-6E3C-922241B473E8}"/>
              </a:ext>
            </a:extLst>
          </p:cNvPr>
          <p:cNvCxnSpPr>
            <a:cxnSpLocks/>
            <a:stCxn id="30" idx="4"/>
          </p:cNvCxnSpPr>
          <p:nvPr/>
        </p:nvCxnSpPr>
        <p:spPr>
          <a:xfrm>
            <a:off x="6491948" y="3113531"/>
            <a:ext cx="452834" cy="8015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B3EDC83-CE40-DD68-5FA3-5066B0B3A5E0}"/>
              </a:ext>
            </a:extLst>
          </p:cNvPr>
          <p:cNvCxnSpPr>
            <a:cxnSpLocks/>
          </p:cNvCxnSpPr>
          <p:nvPr/>
        </p:nvCxnSpPr>
        <p:spPr>
          <a:xfrm flipV="1">
            <a:off x="6665170" y="3908783"/>
            <a:ext cx="279612" cy="306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E5735A8-20DD-AE92-9943-711E9F2C840A}"/>
              </a:ext>
            </a:extLst>
          </p:cNvPr>
          <p:cNvCxnSpPr>
            <a:cxnSpLocks/>
          </p:cNvCxnSpPr>
          <p:nvPr/>
        </p:nvCxnSpPr>
        <p:spPr>
          <a:xfrm>
            <a:off x="4870643" y="3077525"/>
            <a:ext cx="538430" cy="773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7D7E583-8E32-FA99-538B-FD48DD149E37}"/>
              </a:ext>
            </a:extLst>
          </p:cNvPr>
          <p:cNvCxnSpPr>
            <a:cxnSpLocks/>
            <a:stCxn id="36" idx="0"/>
            <a:endCxn id="89" idx="4"/>
          </p:cNvCxnSpPr>
          <p:nvPr/>
        </p:nvCxnSpPr>
        <p:spPr>
          <a:xfrm flipH="1">
            <a:off x="4802244" y="2251471"/>
            <a:ext cx="656461" cy="16895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B0E9D6D-C8E7-56AB-D543-D4168659E2EB}"/>
              </a:ext>
            </a:extLst>
          </p:cNvPr>
          <p:cNvCxnSpPr>
            <a:cxnSpLocks/>
            <a:stCxn id="31" idx="5"/>
          </p:cNvCxnSpPr>
          <p:nvPr/>
        </p:nvCxnSpPr>
        <p:spPr>
          <a:xfrm>
            <a:off x="4127624" y="3849545"/>
            <a:ext cx="666962" cy="73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5B6DDEE-21EC-B480-6D28-611C13A4EB17}"/>
              </a:ext>
            </a:extLst>
          </p:cNvPr>
          <p:cNvCxnSpPr>
            <a:cxnSpLocks/>
            <a:stCxn id="89" idx="7"/>
          </p:cNvCxnSpPr>
          <p:nvPr/>
        </p:nvCxnSpPr>
        <p:spPr>
          <a:xfrm flipH="1">
            <a:off x="4794586" y="3901999"/>
            <a:ext cx="23822" cy="595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E0DE65A-812D-5DD6-5A8B-316D9E36E34B}"/>
              </a:ext>
            </a:extLst>
          </p:cNvPr>
          <p:cNvCxnSpPr>
            <a:cxnSpLocks/>
          </p:cNvCxnSpPr>
          <p:nvPr/>
        </p:nvCxnSpPr>
        <p:spPr>
          <a:xfrm flipH="1" flipV="1">
            <a:off x="4097044" y="3833381"/>
            <a:ext cx="690414" cy="663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0F412A0-2D41-DE12-E0D3-825F1942940E}"/>
              </a:ext>
            </a:extLst>
          </p:cNvPr>
          <p:cNvCxnSpPr>
            <a:cxnSpLocks/>
          </p:cNvCxnSpPr>
          <p:nvPr/>
        </p:nvCxnSpPr>
        <p:spPr>
          <a:xfrm flipH="1">
            <a:off x="4802507" y="3833380"/>
            <a:ext cx="573829" cy="659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8B66272-16CF-2843-D4F1-582CFB9CC3F5}"/>
              </a:ext>
            </a:extLst>
          </p:cNvPr>
          <p:cNvCxnSpPr>
            <a:cxnSpLocks/>
          </p:cNvCxnSpPr>
          <p:nvPr/>
        </p:nvCxnSpPr>
        <p:spPr>
          <a:xfrm flipH="1">
            <a:off x="4342591" y="3828059"/>
            <a:ext cx="1028996" cy="548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D7F1945-5E64-A56F-AABF-009FD70BF4FE}"/>
              </a:ext>
            </a:extLst>
          </p:cNvPr>
          <p:cNvCxnSpPr>
            <a:cxnSpLocks/>
          </p:cNvCxnSpPr>
          <p:nvPr/>
        </p:nvCxnSpPr>
        <p:spPr>
          <a:xfrm flipH="1" flipV="1">
            <a:off x="4360178" y="4376403"/>
            <a:ext cx="427131" cy="123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257CEC60-6325-2F81-9E39-A8380D8CAEF4}"/>
              </a:ext>
            </a:extLst>
          </p:cNvPr>
          <p:cNvSpPr/>
          <p:nvPr/>
        </p:nvSpPr>
        <p:spPr>
          <a:xfrm>
            <a:off x="6649052" y="4171319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4FDD569-D253-BA70-7622-0D1B4AF9C46B}"/>
              </a:ext>
            </a:extLst>
          </p:cNvPr>
          <p:cNvSpPr/>
          <p:nvPr/>
        </p:nvSpPr>
        <p:spPr>
          <a:xfrm>
            <a:off x="6907877" y="3884269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91070DE-8D32-B8BD-F394-28DD0C7EFCC3}"/>
              </a:ext>
            </a:extLst>
          </p:cNvPr>
          <p:cNvSpPr/>
          <p:nvPr/>
        </p:nvSpPr>
        <p:spPr>
          <a:xfrm>
            <a:off x="5376336" y="3823213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C067119-09D1-0075-AE63-C66BC18F7EB0}"/>
              </a:ext>
            </a:extLst>
          </p:cNvPr>
          <p:cNvSpPr/>
          <p:nvPr/>
        </p:nvSpPr>
        <p:spPr>
          <a:xfrm>
            <a:off x="4779384" y="3895304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45E548A-1D64-6C3B-DF27-95D740C01F49}"/>
              </a:ext>
            </a:extLst>
          </p:cNvPr>
          <p:cNvSpPr/>
          <p:nvPr/>
        </p:nvSpPr>
        <p:spPr>
          <a:xfrm>
            <a:off x="4771726" y="4478533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F8CDAB8-48E6-390B-F3C8-B72B5FD04069}"/>
              </a:ext>
            </a:extLst>
          </p:cNvPr>
          <p:cNvSpPr/>
          <p:nvPr/>
        </p:nvSpPr>
        <p:spPr>
          <a:xfrm>
            <a:off x="4342328" y="4352522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284EF26-F800-060D-273E-2009B9B3903A}"/>
              </a:ext>
            </a:extLst>
          </p:cNvPr>
          <p:cNvSpPr txBox="1"/>
          <p:nvPr/>
        </p:nvSpPr>
        <p:spPr>
          <a:xfrm>
            <a:off x="4519532" y="3529269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P′</a:t>
            </a:r>
            <a:endParaRPr lang="bg-BG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7582B79-D1E1-174C-A242-79DD8F595C3A}"/>
              </a:ext>
            </a:extLst>
          </p:cNvPr>
          <p:cNvSpPr txBox="1"/>
          <p:nvPr/>
        </p:nvSpPr>
        <p:spPr>
          <a:xfrm>
            <a:off x="3988513" y="4339586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endParaRPr lang="bg-BG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B6B5F2-BB3A-388E-C1A3-08FA4D4425FE}"/>
              </a:ext>
            </a:extLst>
          </p:cNvPr>
          <p:cNvSpPr txBox="1"/>
          <p:nvPr/>
        </p:nvSpPr>
        <p:spPr>
          <a:xfrm>
            <a:off x="6638193" y="4225551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N1</a:t>
            </a:r>
            <a:endParaRPr lang="bg-BG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569825F-FDF5-41D2-5A7B-29C8C2ECC837}"/>
              </a:ext>
            </a:extLst>
          </p:cNvPr>
          <p:cNvSpPr txBox="1"/>
          <p:nvPr/>
        </p:nvSpPr>
        <p:spPr>
          <a:xfrm>
            <a:off x="7049883" y="3722462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endParaRPr lang="bg-BG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7F31B6F-17EB-7142-F6C9-9B015968C56D}"/>
              </a:ext>
            </a:extLst>
          </p:cNvPr>
          <p:cNvSpPr txBox="1"/>
          <p:nvPr/>
        </p:nvSpPr>
        <p:spPr>
          <a:xfrm>
            <a:off x="4765893" y="4421408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  <a:endParaRPr lang="bg-BG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303E9D8-3277-2A20-574B-5DAE9C6FC925}"/>
              </a:ext>
            </a:extLst>
          </p:cNvPr>
          <p:cNvSpPr txBox="1"/>
          <p:nvPr/>
        </p:nvSpPr>
        <p:spPr>
          <a:xfrm>
            <a:off x="5228665" y="3868932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M1</a:t>
            </a:r>
            <a:endParaRPr lang="bg-BG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2EAA189-ED8D-33A4-1D93-7830404E5035}"/>
              </a:ext>
            </a:extLst>
          </p:cNvPr>
          <p:cNvSpPr/>
          <p:nvPr/>
        </p:nvSpPr>
        <p:spPr>
          <a:xfrm>
            <a:off x="5300368" y="3062569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D63D446-A0A2-00B8-B337-738B71F1D9C3}"/>
              </a:ext>
            </a:extLst>
          </p:cNvPr>
          <p:cNvSpPr/>
          <p:nvPr/>
        </p:nvSpPr>
        <p:spPr>
          <a:xfrm>
            <a:off x="6270209" y="3071122"/>
            <a:ext cx="45719" cy="4571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1D90972-0817-8167-A106-DFA00AB1198B}"/>
              </a:ext>
            </a:extLst>
          </p:cNvPr>
          <p:cNvSpPr txBox="1"/>
          <p:nvPr/>
        </p:nvSpPr>
        <p:spPr>
          <a:xfrm>
            <a:off x="6081423" y="3096055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N0</a:t>
            </a:r>
            <a:endParaRPr lang="bg-BG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488340-FF53-9128-8A01-6F35748A3C82}"/>
              </a:ext>
            </a:extLst>
          </p:cNvPr>
          <p:cNvSpPr txBox="1"/>
          <p:nvPr/>
        </p:nvSpPr>
        <p:spPr>
          <a:xfrm>
            <a:off x="5067328" y="2730243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M0</a:t>
            </a:r>
            <a:endParaRPr lang="bg-BG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37CFFAD-5736-FFFA-0F4F-94CBD064C803}"/>
              </a:ext>
            </a:extLst>
          </p:cNvPr>
          <p:cNvSpPr txBox="1"/>
          <p:nvPr/>
        </p:nvSpPr>
        <p:spPr>
          <a:xfrm>
            <a:off x="4884935" y="3911163"/>
            <a:ext cx="52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ϐ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350E200-B3AF-498B-BB13-467D975A08AB}"/>
              </a:ext>
            </a:extLst>
          </p:cNvPr>
          <p:cNvSpPr txBox="1"/>
          <p:nvPr/>
        </p:nvSpPr>
        <p:spPr>
          <a:xfrm>
            <a:off x="5881845" y="3745322"/>
            <a:ext cx="3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α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05" name="Arc 104">
            <a:extLst>
              <a:ext uri="{FF2B5EF4-FFF2-40B4-BE49-F238E27FC236}">
                <a16:creationId xmlns:a16="http://schemas.microsoft.com/office/drawing/2014/main" id="{F6B9FD1C-E235-4E4B-CE7D-E65C598BFD49}"/>
              </a:ext>
            </a:extLst>
          </p:cNvPr>
          <p:cNvSpPr/>
          <p:nvPr/>
        </p:nvSpPr>
        <p:spPr>
          <a:xfrm rot="4184602">
            <a:off x="5702136" y="3810161"/>
            <a:ext cx="141319" cy="185578"/>
          </a:xfrm>
          <a:prstGeom prst="arc">
            <a:avLst>
              <a:gd name="adj1" fmla="val 16200000"/>
              <a:gd name="adj2" fmla="val 1984990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6" name="Arc 105">
            <a:extLst>
              <a:ext uri="{FF2B5EF4-FFF2-40B4-BE49-F238E27FC236}">
                <a16:creationId xmlns:a16="http://schemas.microsoft.com/office/drawing/2014/main" id="{CB1BD934-D2DD-C271-1798-5EDCC22ECFC6}"/>
              </a:ext>
            </a:extLst>
          </p:cNvPr>
          <p:cNvSpPr/>
          <p:nvPr/>
        </p:nvSpPr>
        <p:spPr>
          <a:xfrm rot="10479379">
            <a:off x="5133634" y="3829764"/>
            <a:ext cx="141319" cy="185578"/>
          </a:xfrm>
          <a:prstGeom prst="arc">
            <a:avLst>
              <a:gd name="adj1" fmla="val 16200000"/>
              <a:gd name="adj2" fmla="val 19849909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7921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2412784-56CE-69C5-9B86-3565A639FCF2}"/>
              </a:ext>
            </a:extLst>
          </p:cNvPr>
          <p:cNvGrpSpPr/>
          <p:nvPr/>
        </p:nvGrpSpPr>
        <p:grpSpPr>
          <a:xfrm>
            <a:off x="2322403" y="1762125"/>
            <a:ext cx="7839732" cy="2305050"/>
            <a:chOff x="2322403" y="1762125"/>
            <a:chExt cx="7839732" cy="2305050"/>
          </a:xfrm>
        </p:grpSpPr>
        <p:pic>
          <p:nvPicPr>
            <p:cNvPr id="3" name="Picture 2" descr="A graph with lines and letters&#10;&#10;AI-generated content may be incorrect.">
              <a:extLst>
                <a:ext uri="{FF2B5EF4-FFF2-40B4-BE49-F238E27FC236}">
                  <a16:creationId xmlns:a16="http://schemas.microsoft.com/office/drawing/2014/main" id="{D52AB48D-BFD6-7433-60C5-C14D27F93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389"/>
            <a:stretch>
              <a:fillRect/>
            </a:stretch>
          </p:blipFill>
          <p:spPr>
            <a:xfrm>
              <a:off x="2322403" y="1762125"/>
              <a:ext cx="2613244" cy="2305050"/>
            </a:xfrm>
            <a:prstGeom prst="rect">
              <a:avLst/>
            </a:prstGeom>
          </p:spPr>
        </p:pic>
        <p:pic>
          <p:nvPicPr>
            <p:cNvPr id="4" name="Picture 3" descr="A graph with lines and letters&#10;&#10;AI-generated content may be incorrect.">
              <a:extLst>
                <a:ext uri="{FF2B5EF4-FFF2-40B4-BE49-F238E27FC236}">
                  <a16:creationId xmlns:a16="http://schemas.microsoft.com/office/drawing/2014/main" id="{C2AB9B6E-1C81-98DF-3768-44E940A2C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32917"/>
            <a:stretch>
              <a:fillRect/>
            </a:stretch>
          </p:blipFill>
          <p:spPr>
            <a:xfrm>
              <a:off x="4935647" y="1762125"/>
              <a:ext cx="2613244" cy="2305050"/>
            </a:xfrm>
            <a:prstGeom prst="rect">
              <a:avLst/>
            </a:prstGeom>
          </p:spPr>
        </p:pic>
        <p:pic>
          <p:nvPicPr>
            <p:cNvPr id="5" name="Picture 4" descr="A graph with lines and letters&#10;&#10;AI-generated content may be incorrect.">
              <a:extLst>
                <a:ext uri="{FF2B5EF4-FFF2-40B4-BE49-F238E27FC236}">
                  <a16:creationId xmlns:a16="http://schemas.microsoft.com/office/drawing/2014/main" id="{9A594A9F-1182-74F2-E294-0E2EC9BD2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389"/>
            <a:stretch>
              <a:fillRect/>
            </a:stretch>
          </p:blipFill>
          <p:spPr>
            <a:xfrm>
              <a:off x="7548891" y="1762125"/>
              <a:ext cx="2613244" cy="2305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402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0EC7-424A-A7BD-25EC-21AB284E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532" y="5957775"/>
            <a:ext cx="10515600" cy="1325563"/>
          </a:xfrm>
        </p:spPr>
        <p:txBody>
          <a:bodyPr/>
          <a:lstStyle/>
          <a:p>
            <a:r>
              <a:rPr lang="bg-BG" dirty="0"/>
              <a:t>Тензор на напр.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AC459D-5E67-E4F6-F886-E93FA12E8857}"/>
              </a:ext>
            </a:extLst>
          </p:cNvPr>
          <p:cNvGrpSpPr/>
          <p:nvPr/>
        </p:nvGrpSpPr>
        <p:grpSpPr>
          <a:xfrm>
            <a:off x="1610577" y="246954"/>
            <a:ext cx="4783897" cy="4611342"/>
            <a:chOff x="3814572" y="822960"/>
            <a:chExt cx="4783897" cy="461134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8E92C91-6F21-F1F4-C219-B0F8120D9F30}"/>
                </a:ext>
              </a:extLst>
            </p:cNvPr>
            <p:cNvSpPr/>
            <p:nvPr/>
          </p:nvSpPr>
          <p:spPr>
            <a:xfrm>
              <a:off x="4218783" y="1027906"/>
              <a:ext cx="3923918" cy="4156601"/>
            </a:xfrm>
            <a:custGeom>
              <a:avLst/>
              <a:gdLst>
                <a:gd name="connsiteX0" fmla="*/ 1103025 w 3923918"/>
                <a:gd name="connsiteY0" fmla="*/ 702566 h 4156601"/>
                <a:gd name="connsiteX1" fmla="*/ 3690777 w 3923918"/>
                <a:gd name="connsiteY1" fmla="*/ 99062 h 4156601"/>
                <a:gd name="connsiteX2" fmla="*/ 3544473 w 3923918"/>
                <a:gd name="connsiteY2" fmla="*/ 2887982 h 4156601"/>
                <a:gd name="connsiteX3" fmla="*/ 1423065 w 3923918"/>
                <a:gd name="connsiteY3" fmla="*/ 3646934 h 4156601"/>
                <a:gd name="connsiteX4" fmla="*/ 1423065 w 3923918"/>
                <a:gd name="connsiteY4" fmla="*/ 3646934 h 4156601"/>
                <a:gd name="connsiteX5" fmla="*/ 572673 w 3923918"/>
                <a:gd name="connsiteY5" fmla="*/ 4131566 h 4156601"/>
                <a:gd name="connsiteX6" fmla="*/ 5745 w 3923918"/>
                <a:gd name="connsiteY6" fmla="*/ 2759966 h 4156601"/>
                <a:gd name="connsiteX7" fmla="*/ 325785 w 3923918"/>
                <a:gd name="connsiteY7" fmla="*/ 1534670 h 4156601"/>
                <a:gd name="connsiteX8" fmla="*/ 1048161 w 3923918"/>
                <a:gd name="connsiteY8" fmla="*/ 1461518 h 4156601"/>
                <a:gd name="connsiteX9" fmla="*/ 1103025 w 3923918"/>
                <a:gd name="connsiteY9" fmla="*/ 702566 h 415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23918" h="4156601">
                  <a:moveTo>
                    <a:pt x="1103025" y="702566"/>
                  </a:moveTo>
                  <a:cubicBezTo>
                    <a:pt x="1543461" y="475490"/>
                    <a:pt x="3283869" y="-265174"/>
                    <a:pt x="3690777" y="99062"/>
                  </a:cubicBezTo>
                  <a:cubicBezTo>
                    <a:pt x="4097685" y="463298"/>
                    <a:pt x="3922425" y="2296670"/>
                    <a:pt x="3544473" y="2887982"/>
                  </a:cubicBezTo>
                  <a:cubicBezTo>
                    <a:pt x="3166521" y="3479294"/>
                    <a:pt x="1423065" y="3646934"/>
                    <a:pt x="1423065" y="3646934"/>
                  </a:cubicBezTo>
                  <a:lnTo>
                    <a:pt x="1423065" y="3646934"/>
                  </a:lnTo>
                  <a:cubicBezTo>
                    <a:pt x="1281333" y="3727706"/>
                    <a:pt x="808893" y="4279394"/>
                    <a:pt x="572673" y="4131566"/>
                  </a:cubicBezTo>
                  <a:cubicBezTo>
                    <a:pt x="336453" y="3983738"/>
                    <a:pt x="46893" y="3192782"/>
                    <a:pt x="5745" y="2759966"/>
                  </a:cubicBezTo>
                  <a:cubicBezTo>
                    <a:pt x="-35403" y="2327150"/>
                    <a:pt x="152049" y="1751078"/>
                    <a:pt x="325785" y="1534670"/>
                  </a:cubicBezTo>
                  <a:cubicBezTo>
                    <a:pt x="499521" y="1318262"/>
                    <a:pt x="912525" y="1597154"/>
                    <a:pt x="1048161" y="1461518"/>
                  </a:cubicBezTo>
                  <a:cubicBezTo>
                    <a:pt x="1183797" y="1325882"/>
                    <a:pt x="662589" y="929642"/>
                    <a:pt x="1103025" y="702566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70DC21-560D-1E6D-3FAF-3B0140FD628F}"/>
                </a:ext>
              </a:extLst>
            </p:cNvPr>
            <p:cNvCxnSpPr>
              <a:cxnSpLocks/>
            </p:cNvCxnSpPr>
            <p:nvPr/>
          </p:nvCxnSpPr>
          <p:spPr>
            <a:xfrm>
              <a:off x="5303520" y="822960"/>
              <a:ext cx="493776" cy="685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0C4129D-612A-A471-90F8-EC0F0B1A68BF}"/>
                </a:ext>
              </a:extLst>
            </p:cNvPr>
            <p:cNvCxnSpPr>
              <a:cxnSpLocks/>
            </p:cNvCxnSpPr>
            <p:nvPr/>
          </p:nvCxnSpPr>
          <p:spPr>
            <a:xfrm>
              <a:off x="7432578" y="4203623"/>
              <a:ext cx="493776" cy="685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4BB6531-F754-723C-250B-09392F0A6DB3}"/>
                </a:ext>
              </a:extLst>
            </p:cNvPr>
            <p:cNvCxnSpPr>
              <a:cxnSpLocks/>
            </p:cNvCxnSpPr>
            <p:nvPr/>
          </p:nvCxnSpPr>
          <p:spPr>
            <a:xfrm>
              <a:off x="6489809" y="4516854"/>
              <a:ext cx="493776" cy="685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296B925-F8F5-1A00-DC52-0DD396F97F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6354" y="3511885"/>
              <a:ext cx="672115" cy="5114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55769A-1F3A-B081-03D4-2221C4F1E0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03520" y="4971006"/>
              <a:ext cx="289560" cy="4632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F302D2C-85C2-3007-B73A-3A84B9D5A4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8628" y="1411079"/>
              <a:ext cx="765048" cy="5248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782F641-B500-EF39-1E4E-884CED04233C}"/>
                </a:ext>
              </a:extLst>
            </p:cNvPr>
            <p:cNvCxnSpPr>
              <a:cxnSpLocks/>
            </p:cNvCxnSpPr>
            <p:nvPr/>
          </p:nvCxnSpPr>
          <p:spPr>
            <a:xfrm>
              <a:off x="3814572" y="2390427"/>
              <a:ext cx="493776" cy="685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60AACA-B911-EF64-2C7C-98D32454CB02}"/>
                </a:ext>
              </a:extLst>
            </p:cNvPr>
            <p:cNvSpPr/>
            <p:nvPr/>
          </p:nvSpPr>
          <p:spPr>
            <a:xfrm>
              <a:off x="5593080" y="2733327"/>
              <a:ext cx="493776" cy="4728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309E5F-E86C-85A9-40C4-4BC2822C0886}"/>
                </a:ext>
              </a:extLst>
            </p:cNvPr>
            <p:cNvSpPr txBox="1"/>
            <p:nvPr/>
          </p:nvSpPr>
          <p:spPr>
            <a:xfrm>
              <a:off x="5696712" y="822960"/>
              <a:ext cx="504795" cy="384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</a:t>
              </a:r>
              <a:endParaRPr lang="bg-BG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C7719C-7B35-83E4-4B11-A699D96C092B}"/>
                </a:ext>
              </a:extLst>
            </p:cNvPr>
            <p:cNvSpPr txBox="1"/>
            <p:nvPr/>
          </p:nvSpPr>
          <p:spPr>
            <a:xfrm>
              <a:off x="5614767" y="2368590"/>
              <a:ext cx="603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endParaRPr lang="bg-BG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10A2773-B4A6-CF87-AB5A-61515E13E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9968" y="2462906"/>
              <a:ext cx="789432" cy="5045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423F71-FFDD-457E-1282-0AB642E5AFCB}"/>
                </a:ext>
              </a:extLst>
            </p:cNvPr>
            <p:cNvCxnSpPr>
              <a:cxnSpLocks/>
            </p:cNvCxnSpPr>
            <p:nvPr/>
          </p:nvCxnSpPr>
          <p:spPr>
            <a:xfrm>
              <a:off x="5860131" y="2959609"/>
              <a:ext cx="205244" cy="385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F510D8C-9391-F972-D6CF-EEB5C4CDB357}"/>
                </a:ext>
              </a:extLst>
            </p:cNvPr>
            <p:cNvCxnSpPr>
              <a:cxnSpLocks/>
            </p:cNvCxnSpPr>
            <p:nvPr/>
          </p:nvCxnSpPr>
          <p:spPr>
            <a:xfrm>
              <a:off x="5846487" y="2941462"/>
              <a:ext cx="383625" cy="6742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144E47B-58BA-1E5F-2E50-3C3683D97ACF}"/>
                    </a:ext>
                  </a:extLst>
                </p:cNvPr>
                <p:cNvSpPr txBox="1"/>
                <p:nvPr/>
              </p:nvSpPr>
              <p:spPr>
                <a:xfrm>
                  <a:off x="5998464" y="2168803"/>
                  <a:ext cx="7894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bg-BG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144E47B-58BA-1E5F-2E50-3C3683D97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464" y="2168803"/>
                  <a:ext cx="78943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7F77213-0D0B-25DE-7F83-2EE478141A78}"/>
                    </a:ext>
                  </a:extLst>
                </p:cNvPr>
                <p:cNvSpPr txBox="1"/>
                <p:nvPr/>
              </p:nvSpPr>
              <p:spPr>
                <a:xfrm>
                  <a:off x="5510784" y="3091188"/>
                  <a:ext cx="7894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bg-BG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7F77213-0D0B-25DE-7F83-2EE478141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84" y="3091188"/>
                  <a:ext cx="7894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2021EA-5964-D6A6-DDCF-343A05D9D74B}"/>
                </a:ext>
              </a:extLst>
            </p:cNvPr>
            <p:cNvSpPr txBox="1"/>
            <p:nvPr/>
          </p:nvSpPr>
          <p:spPr>
            <a:xfrm>
              <a:off x="6163803" y="3275448"/>
              <a:ext cx="67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</a:t>
              </a:r>
              <a:endParaRPr lang="bg-BG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75109C-EE21-B032-1311-BDCF3DC136D5}"/>
                </a:ext>
              </a:extLst>
            </p:cNvPr>
            <p:cNvSpPr txBox="1"/>
            <p:nvPr/>
          </p:nvSpPr>
          <p:spPr>
            <a:xfrm>
              <a:off x="5244404" y="2817171"/>
              <a:ext cx="67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ds</a:t>
              </a:r>
              <a:endParaRPr lang="bg-BG" dirty="0"/>
            </a:p>
          </p:txBody>
        </p:sp>
      </p:grp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DBBA0B2-1760-497B-48B2-CF3B9CDC31DB}"/>
              </a:ext>
            </a:extLst>
          </p:cNvPr>
          <p:cNvSpPr/>
          <p:nvPr/>
        </p:nvSpPr>
        <p:spPr>
          <a:xfrm>
            <a:off x="7379208" y="667512"/>
            <a:ext cx="4178457" cy="3995646"/>
          </a:xfrm>
          <a:prstGeom prst="triangle">
            <a:avLst>
              <a:gd name="adj" fmla="val 69524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46416A-6050-9FB7-500F-6AA1974C734F}"/>
              </a:ext>
            </a:extLst>
          </p:cNvPr>
          <p:cNvCxnSpPr>
            <a:cxnSpLocks/>
          </p:cNvCxnSpPr>
          <p:nvPr/>
        </p:nvCxnSpPr>
        <p:spPr>
          <a:xfrm flipH="1">
            <a:off x="10177272" y="667512"/>
            <a:ext cx="108833" cy="3118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B366DC4-E01D-FC8B-45C4-4F5DAECCA7BF}"/>
              </a:ext>
            </a:extLst>
          </p:cNvPr>
          <p:cNvCxnSpPr>
            <a:cxnSpLocks/>
            <a:stCxn id="36" idx="2"/>
          </p:cNvCxnSpPr>
          <p:nvPr/>
        </p:nvCxnSpPr>
        <p:spPr>
          <a:xfrm flipV="1">
            <a:off x="7379208" y="3785616"/>
            <a:ext cx="2798064" cy="8775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819D02-C2A8-8B77-0C78-6FD70E86E6F9}"/>
              </a:ext>
            </a:extLst>
          </p:cNvPr>
          <p:cNvCxnSpPr>
            <a:cxnSpLocks/>
            <a:stCxn id="36" idx="4"/>
          </p:cNvCxnSpPr>
          <p:nvPr/>
        </p:nvCxnSpPr>
        <p:spPr>
          <a:xfrm flipH="1" flipV="1">
            <a:off x="10177272" y="3785616"/>
            <a:ext cx="1380393" cy="8775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C246C9B-8009-4B10-EFAE-DDD4ABE9D499}"/>
              </a:ext>
            </a:extLst>
          </p:cNvPr>
          <p:cNvCxnSpPr>
            <a:cxnSpLocks/>
          </p:cNvCxnSpPr>
          <p:nvPr/>
        </p:nvCxnSpPr>
        <p:spPr>
          <a:xfrm flipH="1" flipV="1">
            <a:off x="8721592" y="2550020"/>
            <a:ext cx="672115" cy="511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DBECAB2-9199-AC55-C47E-60A8D25ADF51}"/>
              </a:ext>
            </a:extLst>
          </p:cNvPr>
          <p:cNvCxnSpPr>
            <a:cxnSpLocks/>
          </p:cNvCxnSpPr>
          <p:nvPr/>
        </p:nvCxnSpPr>
        <p:spPr>
          <a:xfrm>
            <a:off x="10068438" y="4488833"/>
            <a:ext cx="0" cy="783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64C2660-F3C4-4010-A7A8-BE9A8B28FED9}"/>
              </a:ext>
            </a:extLst>
          </p:cNvPr>
          <p:cNvCxnSpPr>
            <a:cxnSpLocks/>
          </p:cNvCxnSpPr>
          <p:nvPr/>
        </p:nvCxnSpPr>
        <p:spPr>
          <a:xfrm flipV="1">
            <a:off x="10777063" y="2654508"/>
            <a:ext cx="1017138" cy="634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1421AE-1F4A-8CC3-2939-E86A5F945A28}"/>
              </a:ext>
            </a:extLst>
          </p:cNvPr>
          <p:cNvCxnSpPr>
            <a:cxnSpLocks/>
          </p:cNvCxnSpPr>
          <p:nvPr/>
        </p:nvCxnSpPr>
        <p:spPr>
          <a:xfrm flipH="1">
            <a:off x="9468436" y="3215639"/>
            <a:ext cx="501535" cy="54899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EF7C361-51B0-37AD-B2AC-090EF8974EE0}"/>
              </a:ext>
            </a:extLst>
          </p:cNvPr>
          <p:cNvCxnSpPr>
            <a:cxnSpLocks/>
          </p:cNvCxnSpPr>
          <p:nvPr/>
        </p:nvCxnSpPr>
        <p:spPr>
          <a:xfrm flipH="1">
            <a:off x="9684979" y="3221041"/>
            <a:ext cx="297744" cy="17334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09A5B9C-163B-DFAD-5E74-DCBC16FE4BD9}"/>
                  </a:ext>
                </a:extLst>
              </p:cNvPr>
              <p:cNvSpPr txBox="1"/>
              <p:nvPr/>
            </p:nvSpPr>
            <p:spPr>
              <a:xfrm>
                <a:off x="10078036" y="4933972"/>
                <a:ext cx="789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09A5B9C-163B-DFAD-5E74-DCBC16FE4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036" y="4933972"/>
                <a:ext cx="7894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F04A72B-032E-589B-3FB1-6CF593A9A9A0}"/>
                  </a:ext>
                </a:extLst>
              </p:cNvPr>
              <p:cNvSpPr txBox="1"/>
              <p:nvPr/>
            </p:nvSpPr>
            <p:spPr>
              <a:xfrm>
                <a:off x="9468436" y="3505203"/>
                <a:ext cx="789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bg-BG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F04A72B-032E-589B-3FB1-6CF593A9A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436" y="3505203"/>
                <a:ext cx="7894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FEB415E-31DD-258A-4561-CBAC548C8BD5}"/>
                  </a:ext>
                </a:extLst>
              </p:cNvPr>
              <p:cNvSpPr txBox="1"/>
              <p:nvPr/>
            </p:nvSpPr>
            <p:spPr>
              <a:xfrm>
                <a:off x="11464640" y="2665335"/>
                <a:ext cx="789432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FEB415E-31DD-258A-4561-CBAC548C8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640" y="2665335"/>
                <a:ext cx="789432" cy="391261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DC4F2AA-FCEA-8CD7-AE46-95E72D245729}"/>
                  </a:ext>
                </a:extLst>
              </p:cNvPr>
              <p:cNvSpPr txBox="1"/>
              <p:nvPr/>
            </p:nvSpPr>
            <p:spPr>
              <a:xfrm>
                <a:off x="8650068" y="2832926"/>
                <a:ext cx="789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DC4F2AA-FCEA-8CD7-AE46-95E72D245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068" y="2832926"/>
                <a:ext cx="7894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869749B8-158A-6862-DCFE-A308FD3842BE}"/>
              </a:ext>
            </a:extLst>
          </p:cNvPr>
          <p:cNvSpPr txBox="1"/>
          <p:nvPr/>
        </p:nvSpPr>
        <p:spPr>
          <a:xfrm>
            <a:off x="9590775" y="2971611"/>
            <a:ext cx="78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n</a:t>
            </a:r>
            <a:endParaRPr lang="bg-BG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F4D813E-AC90-8CB8-6811-D0403CF0263D}"/>
              </a:ext>
            </a:extLst>
          </p:cNvPr>
          <p:cNvCxnSpPr>
            <a:cxnSpLocks/>
          </p:cNvCxnSpPr>
          <p:nvPr/>
        </p:nvCxnSpPr>
        <p:spPr>
          <a:xfrm flipV="1">
            <a:off x="10276961" y="438912"/>
            <a:ext cx="0" cy="345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0CA9315-802A-8B88-BD6F-B0E258DD9396}"/>
              </a:ext>
            </a:extLst>
          </p:cNvPr>
          <p:cNvSpPr txBox="1"/>
          <p:nvPr/>
        </p:nvSpPr>
        <p:spPr>
          <a:xfrm>
            <a:off x="10380207" y="475488"/>
            <a:ext cx="39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endParaRPr lang="bg-BG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99BFF94-C282-19AE-89C9-9CBEF31254EE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6885432" y="4663158"/>
            <a:ext cx="493776" cy="192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5B26E98-415A-415B-91A4-7B2054BF6837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11557665" y="4663158"/>
            <a:ext cx="448406" cy="280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1E54EBA-4609-A4A1-C93F-3E1DBEF3B3B5}"/>
              </a:ext>
            </a:extLst>
          </p:cNvPr>
          <p:cNvSpPr txBox="1"/>
          <p:nvPr/>
        </p:nvSpPr>
        <p:spPr>
          <a:xfrm>
            <a:off x="6933892" y="4724716"/>
            <a:ext cx="39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endParaRPr lang="bg-BG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A063E9F-80C2-CADD-11B7-E1478381C9E8}"/>
              </a:ext>
            </a:extLst>
          </p:cNvPr>
          <p:cNvSpPr txBox="1"/>
          <p:nvPr/>
        </p:nvSpPr>
        <p:spPr>
          <a:xfrm>
            <a:off x="11539712" y="4768979"/>
            <a:ext cx="39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05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4CE2281-8614-FEF2-D579-187920CAB6AA}"/>
              </a:ext>
            </a:extLst>
          </p:cNvPr>
          <p:cNvGrpSpPr/>
          <p:nvPr/>
        </p:nvGrpSpPr>
        <p:grpSpPr>
          <a:xfrm>
            <a:off x="1765948" y="429691"/>
            <a:ext cx="7456048" cy="6318507"/>
            <a:chOff x="1765948" y="429691"/>
            <a:chExt cx="7456048" cy="631850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7A179A4-24C8-BCA4-06EA-7F797F359DBA}"/>
                </a:ext>
              </a:extLst>
            </p:cNvPr>
            <p:cNvGrpSpPr/>
            <p:nvPr/>
          </p:nvGrpSpPr>
          <p:grpSpPr>
            <a:xfrm>
              <a:off x="1765948" y="454005"/>
              <a:ext cx="7456048" cy="6294193"/>
              <a:chOff x="1765948" y="454005"/>
              <a:chExt cx="7456048" cy="6294193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7D915054-6C2B-4F75-CF8E-E71615EE1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4884" y="3486547"/>
                <a:ext cx="5258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1499124B-1B0E-EAC1-E74E-E509CCC5D854}"/>
                  </a:ext>
                </a:extLst>
              </p:cNvPr>
              <p:cNvGrpSpPr/>
              <p:nvPr/>
            </p:nvGrpSpPr>
            <p:grpSpPr>
              <a:xfrm>
                <a:off x="1765948" y="454005"/>
                <a:ext cx="7456048" cy="6294193"/>
                <a:chOff x="1765948" y="454005"/>
                <a:chExt cx="7456048" cy="6294193"/>
              </a:xfrm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18084BDE-D5DF-FA2F-DAE4-76580736CA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03766" y="3436808"/>
                  <a:ext cx="107127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8700C50-1AFD-8224-5B3B-E2C2F63EA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15233" y="2386251"/>
                  <a:ext cx="0" cy="104274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0563B6E4-F501-F20A-F77E-8D6537595D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4884" y="2907625"/>
                  <a:ext cx="0" cy="57892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10173972-5001-33CB-34DC-50ACF40583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61542" y="3471603"/>
                      <a:ext cx="9525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bg-BG" dirty="0"/>
                    </a:p>
                  </p:txBody>
                </p:sp>
              </mc:Choice>
              <mc:Fallback xmlns="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10173972-5001-33CB-34DC-50ACF405835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61542" y="3471603"/>
                      <a:ext cx="952500" cy="3693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bg-B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76F9F887-2CB7-0C2E-15A3-4DA8271B37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2442" y="2876474"/>
                      <a:ext cx="9525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bg-BG" dirty="0"/>
                    </a:p>
                  </p:txBody>
                </p:sp>
              </mc:Choice>
              <mc:Fallback xmlns="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76F9F887-2CB7-0C2E-15A3-4DA8271B37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2442" y="2876474"/>
                      <a:ext cx="952500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bg-B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F6C30469-1A89-632B-DB7D-36C6BA4C460D}"/>
                    </a:ext>
                  </a:extLst>
                </p:cNvPr>
                <p:cNvGrpSpPr/>
                <p:nvPr/>
              </p:nvGrpSpPr>
              <p:grpSpPr>
                <a:xfrm>
                  <a:off x="1765948" y="454005"/>
                  <a:ext cx="7456048" cy="6294193"/>
                  <a:chOff x="1765948" y="454005"/>
                  <a:chExt cx="7456048" cy="6294193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296F55F7-D37A-2F28-EACF-5E562FAA4D93}"/>
                      </a:ext>
                    </a:extLst>
                  </p:cNvPr>
                  <p:cNvGrpSpPr/>
                  <p:nvPr/>
                </p:nvGrpSpPr>
                <p:grpSpPr>
                  <a:xfrm>
                    <a:off x="3081252" y="482600"/>
                    <a:ext cx="5406409" cy="5185598"/>
                    <a:chOff x="1887324" y="-1143000"/>
                    <a:chExt cx="6600336" cy="6642065"/>
                  </a:xfrm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0C8DDBC5-4188-A46F-FEF5-F93641CA41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87324" y="-1143000"/>
                      <a:ext cx="6600336" cy="6483096"/>
                      <a:chOff x="1620624" y="0"/>
                      <a:chExt cx="6600336" cy="6483096"/>
                    </a:xfrm>
                  </p:grpSpPr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EC0E7700-D7FF-32A4-19DB-2AE7FE6F2F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37360" y="1554480"/>
                        <a:ext cx="5257800" cy="492861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bg-BG"/>
                      </a:p>
                    </p:txBody>
                  </p:sp>
                  <p:cxnSp>
                    <p:nvCxnSpPr>
                      <p:cNvPr id="6" name="Straight Arrow Connector 5">
                        <a:extLst>
                          <a:ext uri="{FF2B5EF4-FFF2-40B4-BE49-F238E27FC236}">
                            <a16:creationId xmlns:a16="http://schemas.microsoft.com/office/drawing/2014/main" id="{33519418-5D2F-C064-0CB7-5060A8260D5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737360" y="0"/>
                        <a:ext cx="0" cy="6483096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" name="Straight Arrow Connector 8">
                        <a:extLst>
                          <a:ext uri="{FF2B5EF4-FFF2-40B4-BE49-F238E27FC236}">
                            <a16:creationId xmlns:a16="http://schemas.microsoft.com/office/drawing/2014/main" id="{589E5810-F5E0-63ED-6074-91BAFAFA4F2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20624" y="3106136"/>
                        <a:ext cx="0" cy="1241681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Straight Arrow Connector 12">
                        <a:extLst>
                          <a:ext uri="{FF2B5EF4-FFF2-40B4-BE49-F238E27FC236}">
                            <a16:creationId xmlns:a16="http://schemas.microsoft.com/office/drawing/2014/main" id="{44043C5F-1E65-1532-5436-50126D8389F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888114" y="74376"/>
                        <a:ext cx="0" cy="1335623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" name="Straight Arrow Connector 13">
                        <a:extLst>
                          <a:ext uri="{FF2B5EF4-FFF2-40B4-BE49-F238E27FC236}">
                            <a16:creationId xmlns:a16="http://schemas.microsoft.com/office/drawing/2014/main" id="{1556AC56-1FEE-D295-7EF0-B0459342AD44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737360" y="6483096"/>
                        <a:ext cx="6483600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Straight Arrow Connector 15">
                        <a:extLst>
                          <a:ext uri="{FF2B5EF4-FFF2-40B4-BE49-F238E27FC236}">
                            <a16:creationId xmlns:a16="http://schemas.microsoft.com/office/drawing/2014/main" id="{1022D8B4-D0A8-6470-020F-ECA5ECF1F1B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65736" y="1422200"/>
                        <a:ext cx="1307844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113D95AA-5308-1688-12B6-1EAE55C1C9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19954" y="5499065"/>
                      <a:ext cx="1318503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E30DC36A-5085-78FB-CE7A-20BC7FAE5E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665133" y="502953"/>
                        <a:ext cx="1353640" cy="86215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bg-BG" dirty="0"/>
                      </a:p>
                      <a:p>
                        <a:endParaRPr lang="en-US" b="0" dirty="0"/>
                      </a:p>
                    </p:txBody>
                  </p:sp>
                </mc:Choice>
                <mc:Fallback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E30DC36A-5085-78FB-CE7A-20BC7FAE5E4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65133" y="502953"/>
                        <a:ext cx="1353640" cy="862159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58B8E41C-BA0C-FFA1-71A7-2A70A8556D6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00590" y="3471573"/>
                        <a:ext cx="1368901" cy="8036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bg-BG" dirty="0"/>
                      </a:p>
                      <a:p>
                        <a:endParaRPr lang="en-US" b="0" dirty="0"/>
                      </a:p>
                    </p:txBody>
                  </p:sp>
                </mc:Choice>
                <mc:Fallback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58B8E41C-BA0C-FFA1-71A7-2A70A8556D6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500590" y="3471573"/>
                        <a:ext cx="1368901" cy="80368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D5FBD18E-0FB4-8604-01F1-85454E2BE90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164387" y="1001315"/>
                        <a:ext cx="1543371" cy="85856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bg-BG" dirty="0"/>
                      </a:p>
                      <a:p>
                        <a:endParaRPr lang="en-US" b="0" dirty="0"/>
                      </a:p>
                    </p:txBody>
                  </p:sp>
                </mc:Choice>
                <mc:Fallback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D5FBD18E-0FB4-8604-01F1-85454E2BE90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64387" y="1001315"/>
                        <a:ext cx="1543371" cy="85856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DF529952-A455-E486-BEE3-F4002FC7D4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20623" y="2396791"/>
                        <a:ext cx="1501373" cy="81124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bg-BG" dirty="0"/>
                      </a:p>
                      <a:p>
                        <a:endParaRPr lang="en-US" b="0" dirty="0"/>
                      </a:p>
                    </p:txBody>
                  </p:sp>
                </mc:Choice>
                <mc:Fallback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DF529952-A455-E486-BEE3-F4002FC7D44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20623" y="2396791"/>
                        <a:ext cx="1501373" cy="811248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7094091A-F90E-3F74-574B-4460A10D0F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01252" y="2907625"/>
                    <a:ext cx="108000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Arrow Connector 38">
                    <a:extLst>
                      <a:ext uri="{FF2B5EF4-FFF2-40B4-BE49-F238E27FC236}">
                        <a16:creationId xmlns:a16="http://schemas.microsoft.com/office/drawing/2014/main" id="{959FDADD-2A75-6599-B27D-AE8013EC72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31936" y="5668198"/>
                    <a:ext cx="0" cy="108000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5A2CF071-D248-1A69-8074-72FD3E65D71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93885" y="5640125"/>
                        <a:ext cx="761998" cy="3912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bg-BG" dirty="0"/>
                      </a:p>
                    </p:txBody>
                  </p:sp>
                </mc:Choice>
                <mc:Fallback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5A2CF071-D248-1A69-8074-72FD3E65D71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93885" y="5640125"/>
                        <a:ext cx="761998" cy="39126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312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F0C1027E-2F56-5AE4-385B-9CB3665B99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30233" y="6287927"/>
                        <a:ext cx="952500" cy="3912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bg-BG" dirty="0"/>
                      </a:p>
                    </p:txBody>
                  </p:sp>
                </mc:Choice>
                <mc:Fallback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F0C1027E-2F56-5AE4-385B-9CB3665B99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30233" y="6287927"/>
                        <a:ext cx="952500" cy="391261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C6CC602B-4502-33BA-18C8-56F649C20E0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65948" y="2821298"/>
                        <a:ext cx="95250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bg-BG" dirty="0"/>
                      </a:p>
                    </p:txBody>
                  </p:sp>
                </mc:Choice>
                <mc:Fallback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C6CC602B-4502-33BA-18C8-56F649C20E0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65948" y="2821298"/>
                        <a:ext cx="952500" cy="369332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5" name="TextBox 44">
                        <a:extLst>
                          <a:ext uri="{FF2B5EF4-FFF2-40B4-BE49-F238E27FC236}">
                            <a16:creationId xmlns:a16="http://schemas.microsoft.com/office/drawing/2014/main" id="{0532B327-C8F7-AEA7-6060-C91CD6C8071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506606" y="3486547"/>
                        <a:ext cx="761998" cy="3912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b="0" dirty="0"/>
                      </a:p>
                    </p:txBody>
                  </p:sp>
                </mc:Choice>
                <mc:Fallback>
                  <p:sp>
                    <p:nvSpPr>
                      <p:cNvPr id="45" name="TextBox 44">
                        <a:extLst>
                          <a:ext uri="{FF2B5EF4-FFF2-40B4-BE49-F238E27FC236}">
                            <a16:creationId xmlns:a16="http://schemas.microsoft.com/office/drawing/2014/main" id="{0532B327-C8F7-AEA7-6060-C91CD6C8071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506606" y="3486547"/>
                        <a:ext cx="761998" cy="391261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b="-312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4" name="TextBox 53">
                        <a:extLst>
                          <a:ext uri="{FF2B5EF4-FFF2-40B4-BE49-F238E27FC236}">
                            <a16:creationId xmlns:a16="http://schemas.microsoft.com/office/drawing/2014/main" id="{0A508DF2-E9B0-CBF1-F0DD-87D1E8254CC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67926" y="5544088"/>
                        <a:ext cx="95250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bg-BG" dirty="0"/>
                      </a:p>
                    </p:txBody>
                  </p:sp>
                </mc:Choice>
                <mc:Fallback>
                  <p:sp>
                    <p:nvSpPr>
                      <p:cNvPr id="54" name="TextBox 53">
                        <a:extLst>
                          <a:ext uri="{FF2B5EF4-FFF2-40B4-BE49-F238E27FC236}">
                            <a16:creationId xmlns:a16="http://schemas.microsoft.com/office/drawing/2014/main" id="{0A508DF2-E9B0-CBF1-F0DD-87D1E8254CC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67926" y="5544088"/>
                        <a:ext cx="952500" cy="369332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bg-B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C1162AB-0936-942E-33CE-3BA1D4602DBB}"/>
                      </a:ext>
                    </a:extLst>
                  </p:cNvPr>
                  <p:cNvSpPr txBox="1"/>
                  <p:nvPr/>
                </p:nvSpPr>
                <p:spPr>
                  <a:xfrm>
                    <a:off x="2401024" y="454005"/>
                    <a:ext cx="9525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:endParaRPr lang="bg-BG" dirty="0"/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071F22-0082-DBE8-5623-00F3EB2F15D2}"/>
                      </a:ext>
                    </a:extLst>
                  </p:cNvPr>
                  <p:cNvSpPr txBox="1"/>
                  <p:nvPr/>
                </p:nvSpPr>
                <p:spPr>
                  <a:xfrm>
                    <a:off x="2877274" y="5544088"/>
                    <a:ext cx="4186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O</a:t>
                    </a:r>
                    <a:endParaRPr lang="bg-BG" dirty="0"/>
                  </a:p>
                </p:txBody>
              </p:sp>
            </p:grp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2721212-6D29-A933-9433-CFE2EF3FDABA}"/>
                    </a:ext>
                  </a:extLst>
                </p:cNvPr>
                <p:cNvSpPr txBox="1"/>
                <p:nvPr/>
              </p:nvSpPr>
              <p:spPr>
                <a:xfrm>
                  <a:off x="2468494" y="429691"/>
                  <a:ext cx="9525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bg-BG" dirty="0"/>
                </a:p>
              </p:txBody>
            </p:sp>
          </mc:Choice>
          <mc:Fallback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2721212-6D29-A933-9433-CFE2EF3FD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8494" y="429691"/>
                  <a:ext cx="952500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137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80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Тензор на напр.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Todorov</dc:creator>
  <cp:lastModifiedBy>Petar Todorov</cp:lastModifiedBy>
  <cp:revision>11</cp:revision>
  <dcterms:created xsi:type="dcterms:W3CDTF">2025-07-24T01:29:36Z</dcterms:created>
  <dcterms:modified xsi:type="dcterms:W3CDTF">2025-11-11T01:51:18Z</dcterms:modified>
</cp:coreProperties>
</file>