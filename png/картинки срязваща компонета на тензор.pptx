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699B-73A6-95F7-21AA-E9AD8EC23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6D36A-D469-BB78-4C95-49679E1F4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9F26E-C969-7836-EC2B-D006AABCA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4A65-9580-1170-3ED9-FBCEDC83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E2F44-EA7C-5A92-F308-E2E6889C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3376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A6E2-A02F-A763-65FB-10EA144B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2BE0D-F667-7685-2E92-24EFACD44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015FA-14E3-A33D-9B0A-87E751AD6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6478C-0F31-D0CC-40E7-A285563E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6BF9E-CC7C-42AC-4BA1-CAF1E032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6155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4A14-6DCB-8C61-9403-25ADA097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043B4-9FB9-F1DF-0619-EDD3AB90B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830A-6A86-C2DA-D6F6-91055DEE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76747-9D95-155D-2FFA-3A2EC194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176F6-C3CC-7DC7-05A5-E6D97BF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695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3B5E-64FB-7248-7537-40ED5C0D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6DF86-4AF8-15B1-F1AC-1B0A34793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3632D-4A41-AE4B-3D10-3C31F34DF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73774-5B22-33C9-9BBC-261E1F11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A7E20-0940-DA01-6A1D-CF88CF03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F43EF-F951-A804-8C54-4B6233B7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4769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711F-B751-F48B-0CC9-8B637939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6A447-4C32-2ADE-FE31-3A8CDEE2B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2160D-40C7-B996-DB7F-5557BF78B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D2338-86C7-CD64-6026-571733129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4F71D-4370-E744-1088-693071E51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993E1-EFCB-FEDA-F3E3-780369B6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C53AE-91D6-444D-24A9-5F678821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D5E18-D615-08D9-A3F2-34193D54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5560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212BF-3236-9269-AFC8-85EBD394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3F354-50F3-6DBA-6179-01E238D8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21AE5-078C-CAE4-C8F5-75FA8F2A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9D9A6-8656-E651-2853-1F883552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966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B4DFC-F9B4-40AA-5880-19C8BFC8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BA8E7-B648-BE78-DEAF-EF14B703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C4C31-DDF3-7044-14A7-66584DF5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474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A2107-1D3E-165E-5AA7-E3EAEDD1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86B81-1DAD-5B91-4280-DE9F40624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5CCF6-0BA1-3F68-5D1D-E075F02C5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A1A19-0CD3-B6EF-9FF0-19CCFDFE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13410-E331-0450-E512-7C18F090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16DEB-6CF8-4C3B-3DA3-54BD1D1B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03162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2510-A2AF-BD6F-3226-52BD7DE21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7463A-95D0-94D4-4EA9-6D0D78A68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57EFC-BD8D-5135-A994-DFF11F9C3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EBAD4-761E-FCCE-B08D-503748FB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A3D98-C706-1B84-EC4E-A0E0BA48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DF003-9E33-4DDC-DE80-CB54D016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0220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9339-9E00-FBC4-76CC-D6749841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EF159-491F-8487-DB43-B734EE320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AEA40-6A25-7F83-1AF2-BD758837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D5318-BA56-A34F-6E62-BD21A05D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251A-1FB4-4A7D-3CAB-1096CA8E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3315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27B27-7BFC-FC3E-7D53-5A21E2FE4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504D8-9321-F9E3-1263-2F3E96C61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594B2-D092-9A6A-CA38-063C5E6C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64BBA-AA71-312C-C437-A2C2FB5F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6A90E-FE31-A4FC-14A2-9C98E5E9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036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62540-A5C4-C4EA-7CE0-6BD20883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B5614-DDF7-4F5C-A55E-B424E4907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7ADFA-351B-DD28-94B3-BD8345D6B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933FA-2A3C-44CD-AB45-E05CAA411768}" type="datetimeFigureOut">
              <a:rPr lang="bg-BG" smtClean="0"/>
              <a:t>24.12.2024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A98C0-DE9E-3054-DE38-61971240F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18404-39A9-9A2E-1EA9-679B82715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FAA26-72B5-47E4-80BA-5EDF24A374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2561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A82B687D-8791-DB66-3505-26DC3FB8FE4C}"/>
              </a:ext>
            </a:extLst>
          </p:cNvPr>
          <p:cNvGrpSpPr/>
          <p:nvPr/>
        </p:nvGrpSpPr>
        <p:grpSpPr>
          <a:xfrm>
            <a:off x="6963372" y="719088"/>
            <a:ext cx="4573479" cy="4579328"/>
            <a:chOff x="6774222" y="1262013"/>
            <a:chExt cx="4573479" cy="457932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7AF1542-5FE2-B50C-8261-835EC65A446D}"/>
                </a:ext>
              </a:extLst>
            </p:cNvPr>
            <p:cNvGrpSpPr/>
            <p:nvPr/>
          </p:nvGrpSpPr>
          <p:grpSpPr>
            <a:xfrm>
              <a:off x="7413241" y="1631858"/>
              <a:ext cx="3395251" cy="3877425"/>
              <a:chOff x="8629651" y="1471814"/>
              <a:chExt cx="3395251" cy="387742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AD9772-A7B1-FE43-D46B-31CCDAD13F4F}"/>
                  </a:ext>
                </a:extLst>
              </p:cNvPr>
              <p:cNvSpPr/>
              <p:nvPr/>
            </p:nvSpPr>
            <p:spPr>
              <a:xfrm>
                <a:off x="8629651" y="1471814"/>
                <a:ext cx="3395251" cy="387742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AA84DC3-09C1-4DDF-4900-1982DC2BE832}"/>
                  </a:ext>
                </a:extLst>
              </p:cNvPr>
              <p:cNvSpPr/>
              <p:nvPr/>
            </p:nvSpPr>
            <p:spPr>
              <a:xfrm rot="21229693">
                <a:off x="8811060" y="1625404"/>
                <a:ext cx="3030651" cy="357127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D25B68-4832-23AB-9105-D87C5D8B25EB}"/>
                </a:ext>
              </a:extLst>
            </p:cNvPr>
            <p:cNvSpPr txBox="1"/>
            <p:nvPr/>
          </p:nvSpPr>
          <p:spPr>
            <a:xfrm>
              <a:off x="7641794" y="5451820"/>
              <a:ext cx="612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l-GR" dirty="0"/>
                <a:t>′</a:t>
              </a:r>
              <a:r>
                <a:rPr lang="en-US" dirty="0"/>
                <a:t>₁</a:t>
              </a:r>
              <a:endParaRPr lang="bg-B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85889AC-940E-21EF-7A20-A3FEE13CC641}"/>
                </a:ext>
              </a:extLst>
            </p:cNvPr>
            <p:cNvSpPr txBox="1"/>
            <p:nvPr/>
          </p:nvSpPr>
          <p:spPr>
            <a:xfrm>
              <a:off x="10705479" y="5472009"/>
              <a:ext cx="422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B′</a:t>
              </a:r>
              <a:endParaRPr lang="bg-BG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279B4D-814C-6E31-8888-FBCC0271659C}"/>
                </a:ext>
              </a:extLst>
            </p:cNvPr>
            <p:cNvSpPr txBox="1"/>
            <p:nvPr/>
          </p:nvSpPr>
          <p:spPr>
            <a:xfrm>
              <a:off x="10832178" y="1340005"/>
              <a:ext cx="414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C′</a:t>
              </a:r>
              <a:endParaRPr lang="bg-BG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259E1D3-FD11-B1C7-DF0C-7A05F75AB7E1}"/>
                </a:ext>
              </a:extLst>
            </p:cNvPr>
            <p:cNvSpPr txBox="1"/>
            <p:nvPr/>
          </p:nvSpPr>
          <p:spPr>
            <a:xfrm>
              <a:off x="10832178" y="4963997"/>
              <a:ext cx="515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B′₁</a:t>
              </a:r>
              <a:endParaRPr lang="bg-BG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391173-84D5-7A88-6207-C07FBFE7850B}"/>
                </a:ext>
              </a:extLst>
            </p:cNvPr>
            <p:cNvSpPr txBox="1"/>
            <p:nvPr/>
          </p:nvSpPr>
          <p:spPr>
            <a:xfrm>
              <a:off x="10156782" y="1262013"/>
              <a:ext cx="778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C′₁</a:t>
              </a:r>
              <a:endParaRPr lang="bg-BG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DFA9600-9754-9558-3E64-D0DE22F6F9F3}"/>
                </a:ext>
              </a:extLst>
            </p:cNvPr>
            <p:cNvSpPr txBox="1"/>
            <p:nvPr/>
          </p:nvSpPr>
          <p:spPr>
            <a:xfrm>
              <a:off x="6774222" y="5315572"/>
              <a:ext cx="739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l-GR" dirty="0"/>
                <a:t>′</a:t>
              </a:r>
              <a:r>
                <a:rPr lang="en-US" dirty="0"/>
                <a:t>=A</a:t>
              </a:r>
              <a:endParaRPr lang="bg-BG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9BBCF2A-D0FF-4080-27AE-75478EAE03AA}"/>
                </a:ext>
              </a:extLst>
            </p:cNvPr>
            <p:cNvSpPr txBox="1"/>
            <p:nvPr/>
          </p:nvSpPr>
          <p:spPr>
            <a:xfrm>
              <a:off x="7156744" y="1299800"/>
              <a:ext cx="4140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D′</a:t>
              </a:r>
              <a:endParaRPr lang="bg-BG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7A6247B-8C7C-608D-2E95-8316B71C6F49}"/>
                </a:ext>
              </a:extLst>
            </p:cNvPr>
            <p:cNvSpPr txBox="1"/>
            <p:nvPr/>
          </p:nvSpPr>
          <p:spPr>
            <a:xfrm>
              <a:off x="6973770" y="1769573"/>
              <a:ext cx="528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D′₁</a:t>
              </a:r>
              <a:endParaRPr lang="bg-BG" dirty="0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9135091-11EE-FF11-3BB6-6FC6F2A7D042}"/>
                </a:ext>
              </a:extLst>
            </p:cNvPr>
            <p:cNvSpPr/>
            <p:nvPr/>
          </p:nvSpPr>
          <p:spPr>
            <a:xfrm rot="16763000" flipH="1">
              <a:off x="9622575" y="1625108"/>
              <a:ext cx="113334" cy="64425"/>
            </a:xfrm>
            <a:prstGeom prst="arc">
              <a:avLst>
                <a:gd name="adj1" fmla="val 14227177"/>
                <a:gd name="adj2" fmla="val 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81BE9B-9220-920D-1B0B-6CD331F0ACC0}"/>
                </a:ext>
              </a:extLst>
            </p:cNvPr>
            <p:cNvSpPr txBox="1"/>
            <p:nvPr/>
          </p:nvSpPr>
          <p:spPr>
            <a:xfrm>
              <a:off x="9249036" y="1718482"/>
              <a:ext cx="778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φ</a:t>
              </a:r>
              <a:r>
                <a:rPr lang="en-US" dirty="0"/>
                <a:t>+</a:t>
              </a:r>
              <a:r>
                <a:rPr lang="el-GR" dirty="0"/>
                <a:t>Δφ</a:t>
              </a:r>
              <a:endParaRPr lang="bg-BG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8B1FA26-E6B1-46CD-E89A-67466FF6BAD9}"/>
              </a:ext>
            </a:extLst>
          </p:cNvPr>
          <p:cNvGrpSpPr/>
          <p:nvPr/>
        </p:nvGrpSpPr>
        <p:grpSpPr>
          <a:xfrm>
            <a:off x="707081" y="1544889"/>
            <a:ext cx="5440851" cy="3837900"/>
            <a:chOff x="655149" y="911265"/>
            <a:chExt cx="5440851" cy="38379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9EBA37B-8FC6-8578-1136-EB2FFE83CB76}"/>
                </a:ext>
              </a:extLst>
            </p:cNvPr>
            <p:cNvGrpSpPr/>
            <p:nvPr/>
          </p:nvGrpSpPr>
          <p:grpSpPr>
            <a:xfrm>
              <a:off x="655149" y="1034061"/>
              <a:ext cx="5440851" cy="3715104"/>
              <a:chOff x="1202014" y="1903032"/>
              <a:chExt cx="5440851" cy="3715104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648AA5C-3053-85F7-51EC-6EC45F92F351}"/>
                  </a:ext>
                </a:extLst>
              </p:cNvPr>
              <p:cNvGrpSpPr/>
              <p:nvPr/>
            </p:nvGrpSpPr>
            <p:grpSpPr>
              <a:xfrm>
                <a:off x="1202014" y="1903032"/>
                <a:ext cx="5440851" cy="3715104"/>
                <a:chOff x="1320886" y="2854008"/>
                <a:chExt cx="5440851" cy="3715104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C47755C-016F-34DE-1541-B3D9551E631E}"/>
                    </a:ext>
                  </a:extLst>
                </p:cNvPr>
                <p:cNvSpPr txBox="1"/>
                <p:nvPr/>
              </p:nvSpPr>
              <p:spPr>
                <a:xfrm>
                  <a:off x="1993392" y="6199780"/>
                  <a:ext cx="6126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 ₁</a:t>
                  </a:r>
                  <a:endParaRPr lang="bg-BG" dirty="0"/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6DAC8A90-D6DD-4334-FEF8-38230B5D3E5F}"/>
                    </a:ext>
                  </a:extLst>
                </p:cNvPr>
                <p:cNvGrpSpPr/>
                <p:nvPr/>
              </p:nvGrpSpPr>
              <p:grpSpPr>
                <a:xfrm>
                  <a:off x="1320886" y="2854008"/>
                  <a:ext cx="5440851" cy="3548198"/>
                  <a:chOff x="1320886" y="2854008"/>
                  <a:chExt cx="5440851" cy="3548198"/>
                </a:xfrm>
              </p:grpSpPr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D926222F-2C2C-41EA-1002-BCD485A69C25}"/>
                      </a:ext>
                    </a:extLst>
                  </p:cNvPr>
                  <p:cNvGrpSpPr/>
                  <p:nvPr/>
                </p:nvGrpSpPr>
                <p:grpSpPr>
                  <a:xfrm>
                    <a:off x="1847851" y="3174111"/>
                    <a:ext cx="4370069" cy="3048000"/>
                    <a:chOff x="1847851" y="3000375"/>
                    <a:chExt cx="4370069" cy="3048000"/>
                  </a:xfrm>
                </p:grpSpPr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01497BAB-F4A2-3EC6-A577-208171246B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47851" y="3000375"/>
                      <a:ext cx="4370069" cy="30480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bg-BG"/>
                    </a:p>
                  </p:txBody>
                </p:sp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DA871F72-2A2A-D4EC-9E05-A061E42AC324}"/>
                        </a:ext>
                      </a:extLst>
                    </p:cNvPr>
                    <p:cNvSpPr/>
                    <p:nvPr/>
                  </p:nvSpPr>
                  <p:spPr>
                    <a:xfrm rot="20925944">
                      <a:off x="2029905" y="3385233"/>
                      <a:ext cx="3993534" cy="2286896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bg-BG"/>
                    </a:p>
                  </p:txBody>
                </p:sp>
              </p:grp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18A2489A-1E82-6810-369A-1E8C7E5A2D6A}"/>
                      </a:ext>
                    </a:extLst>
                  </p:cNvPr>
                  <p:cNvGrpSpPr/>
                  <p:nvPr/>
                </p:nvGrpSpPr>
                <p:grpSpPr>
                  <a:xfrm>
                    <a:off x="5491034" y="2854008"/>
                    <a:ext cx="1270703" cy="3548198"/>
                    <a:chOff x="5491034" y="2854008"/>
                    <a:chExt cx="1270703" cy="3548198"/>
                  </a:xfrm>
                </p:grpSpPr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AF91F7C6-3863-C838-29FC-2D727E88BC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51250" y="6032874"/>
                      <a:ext cx="33115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B</a:t>
                      </a:r>
                      <a:endParaRPr lang="bg-BG" dirty="0"/>
                    </a:p>
                  </p:txBody>
                </p:sp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2D754B32-1655-DB7A-7779-2BA145A245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9468" y="2879205"/>
                      <a:ext cx="33115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C</a:t>
                      </a:r>
                      <a:endParaRPr lang="bg-BG" dirty="0"/>
                    </a:p>
                  </p:txBody>
                </p:sp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6B2BE3D5-DF02-14FB-7259-5653033004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46214" y="5266944"/>
                      <a:ext cx="5155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B ₁</a:t>
                      </a:r>
                      <a:endParaRPr lang="bg-BG" dirty="0"/>
                    </a:p>
                  </p:txBody>
                </p: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21098CB0-6506-601C-8FFD-B4EFDBB0F5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1034" y="2854008"/>
                      <a:ext cx="77836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C₁</a:t>
                      </a:r>
                      <a:endParaRPr lang="bg-BG" dirty="0"/>
                    </a:p>
                  </p:txBody>
                </p:sp>
              </p:grpSp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8E42E205-4410-79BA-78E4-A9953B3F43BE}"/>
                      </a:ext>
                    </a:extLst>
                  </p:cNvPr>
                  <p:cNvGrpSpPr/>
                  <p:nvPr/>
                </p:nvGrpSpPr>
                <p:grpSpPr>
                  <a:xfrm>
                    <a:off x="1320886" y="2879205"/>
                    <a:ext cx="672506" cy="3496098"/>
                    <a:chOff x="1320886" y="2879205"/>
                    <a:chExt cx="672506" cy="3496098"/>
                  </a:xfrm>
                </p:grpSpPr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6680F463-12AE-C152-6FD5-45D701C9BA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1795" y="6005971"/>
                      <a:ext cx="41330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A</a:t>
                      </a:r>
                      <a:endParaRPr lang="bg-BG" dirty="0"/>
                    </a:p>
                  </p:txBody>
                </p:sp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D134C249-6DBF-A059-7247-FFB4C925F6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70939" y="2879205"/>
                      <a:ext cx="42245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D</a:t>
                      </a:r>
                      <a:endParaRPr lang="bg-BG" dirty="0"/>
                    </a:p>
                  </p:txBody>
                </p:sp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99A4053B-5605-19AA-1432-84567B6235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20886" y="3831336"/>
                      <a:ext cx="5285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/>
                        <a:t>D ₁</a:t>
                      </a:r>
                      <a:endParaRPr lang="bg-BG" dirty="0"/>
                    </a:p>
                  </p:txBody>
                </p:sp>
              </p:grpSp>
            </p:grpSp>
          </p:grp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5C109D54-3AC2-D31F-993B-9A9575153D07}"/>
                  </a:ext>
                </a:extLst>
              </p:cNvPr>
              <p:cNvSpPr/>
              <p:nvPr/>
            </p:nvSpPr>
            <p:spPr>
              <a:xfrm rot="15571774" flipH="1">
                <a:off x="5178212" y="2215718"/>
                <a:ext cx="150155" cy="67411"/>
              </a:xfrm>
              <a:prstGeom prst="arc">
                <a:avLst>
                  <a:gd name="adj1" fmla="val 12732373"/>
                  <a:gd name="adj2" fmla="val 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9C3431-EA62-F670-46E9-4791B30D9F9C}"/>
                  </a:ext>
                </a:extLst>
              </p:cNvPr>
              <p:cNvSpPr txBox="1"/>
              <p:nvPr/>
            </p:nvSpPr>
            <p:spPr>
              <a:xfrm>
                <a:off x="4825005" y="2112895"/>
                <a:ext cx="32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φ</a:t>
                </a:r>
                <a:endParaRPr lang="bg-BG" dirty="0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FC13973-6C25-5756-1550-4149E4905190}"/>
                </a:ext>
              </a:extLst>
            </p:cNvPr>
            <p:cNvSpPr txBox="1"/>
            <p:nvPr/>
          </p:nvSpPr>
          <p:spPr>
            <a:xfrm>
              <a:off x="2999950" y="911265"/>
              <a:ext cx="294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</a:t>
              </a:r>
              <a:endParaRPr lang="bg-BG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4011C19-C084-5DF9-7F94-855E589FA1BC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3367149" y="934745"/>
              <a:ext cx="0" cy="4194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151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Petyr Todorov</dc:creator>
  <cp:lastModifiedBy>Petyr Todorov</cp:lastModifiedBy>
  <cp:revision>1</cp:revision>
  <dcterms:created xsi:type="dcterms:W3CDTF">2024-12-24T16:02:03Z</dcterms:created>
  <dcterms:modified xsi:type="dcterms:W3CDTF">2024-12-24T16:39:49Z</dcterms:modified>
</cp:coreProperties>
</file>